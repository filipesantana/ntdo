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77" autoAdjust="0"/>
  </p:normalViewPr>
  <p:slideViewPr>
    <p:cSldViewPr>
      <p:cViewPr>
        <p:scale>
          <a:sx n="150" d="100"/>
          <a:sy n="150" d="100"/>
        </p:scale>
        <p:origin x="924" y="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EBCF33-D54F-4A86-A4BF-2EBF35DD0E55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F9646-0818-4937-9D68-33BF22C049D2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47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CF9646-0818-4937-9D68-33BF22C049D2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39113-2C80-415F-8664-8A9509E5C511}" type="datetimeFigureOut">
              <a:rPr lang="pt-BR" smtClean="0"/>
              <a:pPr/>
              <a:t>30/08/2011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F6BF4D-8653-4932-8AD2-583EC087F2C5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upo 25"/>
          <p:cNvGrpSpPr/>
          <p:nvPr/>
        </p:nvGrpSpPr>
        <p:grpSpPr>
          <a:xfrm>
            <a:off x="3851920" y="1340768"/>
            <a:ext cx="3600400" cy="1407061"/>
            <a:chOff x="3851920" y="1340768"/>
            <a:chExt cx="3600400" cy="1407061"/>
          </a:xfrm>
        </p:grpSpPr>
        <p:sp>
          <p:nvSpPr>
            <p:cNvPr id="4" name="Retângulo 3"/>
            <p:cNvSpPr/>
            <p:nvPr/>
          </p:nvSpPr>
          <p:spPr>
            <a:xfrm>
              <a:off x="4427983" y="2315781"/>
              <a:ext cx="1782743" cy="432048"/>
            </a:xfrm>
            <a:prstGeom prst="rect">
              <a:avLst/>
            </a:prstGeom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" name="Retângulo 4"/>
            <p:cNvSpPr/>
            <p:nvPr/>
          </p:nvSpPr>
          <p:spPr>
            <a:xfrm>
              <a:off x="6199817" y="2315781"/>
              <a:ext cx="532423" cy="432048"/>
            </a:xfrm>
            <a:prstGeom prst="rect">
              <a:avLst/>
            </a:prstGeom>
            <a:gradFill>
              <a:gsLst>
                <a:gs pos="36000">
                  <a:schemeClr val="tx1"/>
                </a:gs>
                <a:gs pos="66000">
                  <a:schemeClr val="tx1">
                    <a:lumMod val="75000"/>
                    <a:lumOff val="25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0" scaled="1"/>
            </a:gradFill>
            <a:ln>
              <a:noFill/>
            </a:ln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/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4552361" y="1966774"/>
              <a:ext cx="167582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Biological Processes</a:t>
              </a:r>
              <a:endParaRPr 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6725667" y="1434842"/>
              <a:ext cx="726653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Biological Casualty</a:t>
              </a:r>
            </a:p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Process</a:t>
              </a:r>
              <a:endParaRPr 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CaixaDeTexto 11"/>
            <p:cNvSpPr txBox="1"/>
            <p:nvPr/>
          </p:nvSpPr>
          <p:spPr>
            <a:xfrm>
              <a:off x="6660232" y="1988840"/>
              <a:ext cx="64807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Death</a:t>
              </a:r>
            </a:p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Event</a:t>
              </a:r>
              <a:endParaRPr lang="en-US" sz="1000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endParaRPr 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0" name="Conector reto 19"/>
            <p:cNvCxnSpPr/>
            <p:nvPr/>
          </p:nvCxnSpPr>
          <p:spPr>
            <a:xfrm>
              <a:off x="6243458" y="2182798"/>
              <a:ext cx="488782" cy="0"/>
            </a:xfrm>
            <a:prstGeom prst="line">
              <a:avLst/>
            </a:prstGeom>
            <a:ln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Chave esquerda 20"/>
            <p:cNvSpPr/>
            <p:nvPr/>
          </p:nvSpPr>
          <p:spPr>
            <a:xfrm rot="5400000">
              <a:off x="6480212" y="1786755"/>
              <a:ext cx="72006" cy="432048"/>
            </a:xfrm>
            <a:prstGeom prst="leftBrac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sz="100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3851920" y="1966774"/>
              <a:ext cx="63061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Birth</a:t>
              </a:r>
            </a:p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Event</a:t>
              </a:r>
              <a:endParaRPr 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8" name="Conector reto 47"/>
            <p:cNvCxnSpPr/>
            <p:nvPr/>
          </p:nvCxnSpPr>
          <p:spPr>
            <a:xfrm>
              <a:off x="4427983" y="2182798"/>
              <a:ext cx="186642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ector reto 50"/>
            <p:cNvCxnSpPr/>
            <p:nvPr/>
          </p:nvCxnSpPr>
          <p:spPr>
            <a:xfrm rot="5400000">
              <a:off x="4357148" y="2182798"/>
              <a:ext cx="1440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ector reto 51"/>
            <p:cNvCxnSpPr/>
            <p:nvPr/>
          </p:nvCxnSpPr>
          <p:spPr>
            <a:xfrm rot="5400000">
              <a:off x="6228184" y="2182798"/>
              <a:ext cx="1440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ector reto 52"/>
            <p:cNvCxnSpPr/>
            <p:nvPr/>
          </p:nvCxnSpPr>
          <p:spPr>
            <a:xfrm rot="5400000">
              <a:off x="6660232" y="2182798"/>
              <a:ext cx="14401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onector de seta reta 64"/>
            <p:cNvCxnSpPr/>
            <p:nvPr/>
          </p:nvCxnSpPr>
          <p:spPr>
            <a:xfrm>
              <a:off x="6300192" y="1821597"/>
              <a:ext cx="0" cy="21718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2" name="CaixaDeTexto 21"/>
            <p:cNvSpPr txBox="1"/>
            <p:nvPr/>
          </p:nvSpPr>
          <p:spPr>
            <a:xfrm>
              <a:off x="5976156" y="1340768"/>
              <a:ext cx="64807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Casualty</a:t>
              </a:r>
            </a:p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or</a:t>
              </a:r>
              <a:endParaRPr lang="en-US" sz="1000" dirty="0" smtClean="0">
                <a:latin typeface="Times New Roman" pitchFamily="18" charset="0"/>
                <a:cs typeface="Times New Roman" pitchFamily="18" charset="0"/>
              </a:endParaRPr>
            </a:p>
            <a:p>
              <a:pPr algn="ctr"/>
              <a:r>
                <a:rPr lang="en-US" sz="1000" dirty="0" smtClean="0">
                  <a:latin typeface="Times New Roman" pitchFamily="18" charset="0"/>
                  <a:cs typeface="Times New Roman" pitchFamily="18" charset="0"/>
                </a:rPr>
                <a:t>Disease</a:t>
              </a:r>
              <a:endParaRPr lang="en-US" sz="1000" dirty="0"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" name="Conector em curva 12"/>
            <p:cNvCxnSpPr>
              <a:endCxn id="21" idx="1"/>
            </p:cNvCxnSpPr>
            <p:nvPr/>
          </p:nvCxnSpPr>
          <p:spPr>
            <a:xfrm rot="10800000" flipV="1">
              <a:off x="6516216" y="1684838"/>
              <a:ext cx="288033" cy="281937"/>
            </a:xfrm>
            <a:prstGeom prst="curved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13</Words>
  <Application>Microsoft Office PowerPoint</Application>
  <PresentationFormat>Apresentação na tela (4:3)</PresentationFormat>
  <Paragraphs>11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Filipe Santana</dc:creator>
  <cp:lastModifiedBy>Filipe Santana</cp:lastModifiedBy>
  <cp:revision>29</cp:revision>
  <dcterms:created xsi:type="dcterms:W3CDTF">2011-06-26T15:06:24Z</dcterms:created>
  <dcterms:modified xsi:type="dcterms:W3CDTF">2011-08-30T18:59:23Z</dcterms:modified>
</cp:coreProperties>
</file>