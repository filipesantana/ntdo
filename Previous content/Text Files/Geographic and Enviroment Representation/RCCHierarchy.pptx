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12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048AD-3C6C-490A-829A-E7ABD331C46C}" type="datetimeFigureOut">
              <a:rPr lang="pt-BR" smtClean="0"/>
              <a:t>28/04/2011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1E3B0-7838-4A90-85BA-7E9D019AA1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0865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048AD-3C6C-490A-829A-E7ABD331C46C}" type="datetimeFigureOut">
              <a:rPr lang="pt-BR" smtClean="0"/>
              <a:t>28/04/2011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1E3B0-7838-4A90-85BA-7E9D019AA1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469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048AD-3C6C-490A-829A-E7ABD331C46C}" type="datetimeFigureOut">
              <a:rPr lang="pt-BR" smtClean="0"/>
              <a:t>28/04/2011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1E3B0-7838-4A90-85BA-7E9D019AA1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749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048AD-3C6C-490A-829A-E7ABD331C46C}" type="datetimeFigureOut">
              <a:rPr lang="pt-BR" smtClean="0"/>
              <a:t>28/04/2011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1E3B0-7838-4A90-85BA-7E9D019AA1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0613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048AD-3C6C-490A-829A-E7ABD331C46C}" type="datetimeFigureOut">
              <a:rPr lang="pt-BR" smtClean="0"/>
              <a:t>28/04/2011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1E3B0-7838-4A90-85BA-7E9D019AA1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9091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048AD-3C6C-490A-829A-E7ABD331C46C}" type="datetimeFigureOut">
              <a:rPr lang="pt-BR" smtClean="0"/>
              <a:t>28/04/2011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1E3B0-7838-4A90-85BA-7E9D019AA1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1102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048AD-3C6C-490A-829A-E7ABD331C46C}" type="datetimeFigureOut">
              <a:rPr lang="pt-BR" smtClean="0"/>
              <a:t>28/04/2011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1E3B0-7838-4A90-85BA-7E9D019AA1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4896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048AD-3C6C-490A-829A-E7ABD331C46C}" type="datetimeFigureOut">
              <a:rPr lang="pt-BR" smtClean="0"/>
              <a:t>28/04/2011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1E3B0-7838-4A90-85BA-7E9D019AA1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8815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048AD-3C6C-490A-829A-E7ABD331C46C}" type="datetimeFigureOut">
              <a:rPr lang="pt-BR" smtClean="0"/>
              <a:t>28/04/2011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1E3B0-7838-4A90-85BA-7E9D019AA1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4430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048AD-3C6C-490A-829A-E7ABD331C46C}" type="datetimeFigureOut">
              <a:rPr lang="pt-BR" smtClean="0"/>
              <a:t>28/04/2011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1E3B0-7838-4A90-85BA-7E9D019AA1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1569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048AD-3C6C-490A-829A-E7ABD331C46C}" type="datetimeFigureOut">
              <a:rPr lang="pt-BR" smtClean="0"/>
              <a:t>28/04/2011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1E3B0-7838-4A90-85BA-7E9D019AA1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1677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048AD-3C6C-490A-829A-E7ABD331C46C}" type="datetimeFigureOut">
              <a:rPr lang="pt-BR" smtClean="0"/>
              <a:t>28/04/2011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71E3B0-7838-4A90-85BA-7E9D019AA1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8824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3275856" y="426733"/>
            <a:ext cx="1872208" cy="50405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9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rcc:spatiallyRelatedTo</a:t>
            </a:r>
            <a:endParaRPr lang="pt-BR" sz="9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lipse 5"/>
          <p:cNvSpPr/>
          <p:nvPr/>
        </p:nvSpPr>
        <p:spPr>
          <a:xfrm>
            <a:off x="6012160" y="872716"/>
            <a:ext cx="1872208" cy="50405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9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rcc:connectsWith</a:t>
            </a:r>
            <a:endParaRPr lang="pt-BR" sz="9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1403648" y="1124744"/>
            <a:ext cx="1872208" cy="50405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9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rcc:overlaps</a:t>
            </a:r>
            <a:endParaRPr lang="pt-BR" sz="9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Elipse 7"/>
          <p:cNvSpPr/>
          <p:nvPr/>
        </p:nvSpPr>
        <p:spPr>
          <a:xfrm>
            <a:off x="5076056" y="1628800"/>
            <a:ext cx="1872208" cy="50405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9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rcc:discreteFrom</a:t>
            </a:r>
            <a:endParaRPr lang="pt-BR" sz="9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9" name="Conector de seta reta 8"/>
          <p:cNvCxnSpPr>
            <a:stCxn id="8" idx="0"/>
            <a:endCxn id="4" idx="4"/>
          </p:cNvCxnSpPr>
          <p:nvPr/>
        </p:nvCxnSpPr>
        <p:spPr>
          <a:xfrm flipH="1" flipV="1">
            <a:off x="4211960" y="930789"/>
            <a:ext cx="1800200" cy="69801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7"/>
            <a:endCxn id="4" idx="3"/>
          </p:cNvCxnSpPr>
          <p:nvPr/>
        </p:nvCxnSpPr>
        <p:spPr>
          <a:xfrm flipV="1">
            <a:off x="3001677" y="856972"/>
            <a:ext cx="548358" cy="34158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6" idx="1"/>
            <a:endCxn id="4" idx="6"/>
          </p:cNvCxnSpPr>
          <p:nvPr/>
        </p:nvCxnSpPr>
        <p:spPr>
          <a:xfrm flipH="1" flipV="1">
            <a:off x="5148064" y="678761"/>
            <a:ext cx="1138275" cy="26777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7" idx="6"/>
            <a:endCxn id="6" idx="2"/>
          </p:cNvCxnSpPr>
          <p:nvPr/>
        </p:nvCxnSpPr>
        <p:spPr>
          <a:xfrm flipV="1">
            <a:off x="3275856" y="1124744"/>
            <a:ext cx="2736304" cy="2520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/>
          <p:cNvSpPr/>
          <p:nvPr/>
        </p:nvSpPr>
        <p:spPr>
          <a:xfrm>
            <a:off x="598699" y="2132856"/>
            <a:ext cx="1872208" cy="50405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9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rcc:overlapsNotEqual</a:t>
            </a:r>
            <a:endParaRPr lang="pt-BR" sz="9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Elipse 21"/>
          <p:cNvSpPr/>
          <p:nvPr/>
        </p:nvSpPr>
        <p:spPr>
          <a:xfrm>
            <a:off x="218780" y="3323484"/>
            <a:ext cx="1872208" cy="50405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9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rcc:properPartOf</a:t>
            </a:r>
            <a:endParaRPr lang="pt-BR" sz="9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Elipse 22"/>
          <p:cNvSpPr/>
          <p:nvPr/>
        </p:nvSpPr>
        <p:spPr>
          <a:xfrm>
            <a:off x="2483768" y="3328068"/>
            <a:ext cx="2160240" cy="50405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9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rcc:inverseProperPartOf</a:t>
            </a:r>
            <a:endParaRPr lang="pt-BR" sz="9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Elipse 23"/>
          <p:cNvSpPr/>
          <p:nvPr/>
        </p:nvSpPr>
        <p:spPr>
          <a:xfrm>
            <a:off x="3550035" y="2636912"/>
            <a:ext cx="1872208" cy="50405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9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rcc:partiallyOverlaps</a:t>
            </a:r>
            <a:endParaRPr lang="pt-BR" sz="9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5" name="Conector de seta reta 24"/>
          <p:cNvCxnSpPr>
            <a:stCxn id="21" idx="0"/>
            <a:endCxn id="7" idx="4"/>
          </p:cNvCxnSpPr>
          <p:nvPr/>
        </p:nvCxnSpPr>
        <p:spPr>
          <a:xfrm flipV="1">
            <a:off x="1534803" y="1628800"/>
            <a:ext cx="804949" cy="50405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24" idx="1"/>
            <a:endCxn id="21" idx="6"/>
          </p:cNvCxnSpPr>
          <p:nvPr/>
        </p:nvCxnSpPr>
        <p:spPr>
          <a:xfrm flipH="1" flipV="1">
            <a:off x="2470907" y="2384884"/>
            <a:ext cx="1353307" cy="3258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22" idx="0"/>
            <a:endCxn id="21" idx="4"/>
          </p:cNvCxnSpPr>
          <p:nvPr/>
        </p:nvCxnSpPr>
        <p:spPr>
          <a:xfrm flipV="1">
            <a:off x="1154884" y="2636912"/>
            <a:ext cx="379919" cy="68657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>
            <a:stCxn id="23" idx="0"/>
            <a:endCxn id="21" idx="5"/>
          </p:cNvCxnSpPr>
          <p:nvPr/>
        </p:nvCxnSpPr>
        <p:spPr>
          <a:xfrm flipH="1" flipV="1">
            <a:off x="2196728" y="2563095"/>
            <a:ext cx="1367160" cy="76497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lipse 32"/>
          <p:cNvSpPr/>
          <p:nvPr/>
        </p:nvSpPr>
        <p:spPr>
          <a:xfrm>
            <a:off x="3001677" y="1781200"/>
            <a:ext cx="1872208" cy="50405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9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rcc:equalTo</a:t>
            </a:r>
            <a:endParaRPr lang="pt-BR" sz="9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4" name="Conector de seta reta 33"/>
          <p:cNvCxnSpPr>
            <a:stCxn id="33" idx="0"/>
            <a:endCxn id="7" idx="5"/>
          </p:cNvCxnSpPr>
          <p:nvPr/>
        </p:nvCxnSpPr>
        <p:spPr>
          <a:xfrm flipH="1" flipV="1">
            <a:off x="3001677" y="1554983"/>
            <a:ext cx="936104" cy="22621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em curva 37"/>
          <p:cNvCxnSpPr>
            <a:stCxn id="23" idx="3"/>
            <a:endCxn id="22" idx="5"/>
          </p:cNvCxnSpPr>
          <p:nvPr/>
        </p:nvCxnSpPr>
        <p:spPr>
          <a:xfrm rot="5400000" flipH="1">
            <a:off x="2306177" y="3264356"/>
            <a:ext cx="4584" cy="983319"/>
          </a:xfrm>
          <a:prstGeom prst="curvedConnector3">
            <a:avLst>
              <a:gd name="adj1" fmla="val -6597229"/>
            </a:avLst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Elipse 39"/>
          <p:cNvSpPr/>
          <p:nvPr/>
        </p:nvSpPr>
        <p:spPr>
          <a:xfrm>
            <a:off x="1600595" y="4689140"/>
            <a:ext cx="2317117" cy="50405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9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rcc:tangencialProperPartOf</a:t>
            </a:r>
            <a:endParaRPr lang="pt-BR" sz="9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1" name="Elipse 40"/>
          <p:cNvSpPr/>
          <p:nvPr/>
        </p:nvSpPr>
        <p:spPr>
          <a:xfrm>
            <a:off x="111464" y="5553196"/>
            <a:ext cx="2584368" cy="50405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9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rcc:nonTangencialProperPartOf</a:t>
            </a:r>
            <a:endParaRPr lang="pt-BR" sz="9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42" name="Conector de seta reta 41"/>
          <p:cNvCxnSpPr>
            <a:stCxn id="40" idx="1"/>
          </p:cNvCxnSpPr>
          <p:nvPr/>
        </p:nvCxnSpPr>
        <p:spPr>
          <a:xfrm flipH="1" flipV="1">
            <a:off x="1413649" y="3827540"/>
            <a:ext cx="526280" cy="93541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de seta reta 43"/>
          <p:cNvCxnSpPr>
            <a:stCxn id="41" idx="0"/>
            <a:endCxn id="22" idx="4"/>
          </p:cNvCxnSpPr>
          <p:nvPr/>
        </p:nvCxnSpPr>
        <p:spPr>
          <a:xfrm flipH="1" flipV="1">
            <a:off x="1154884" y="3827540"/>
            <a:ext cx="248764" cy="172565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lipse 47"/>
          <p:cNvSpPr/>
          <p:nvPr/>
        </p:nvSpPr>
        <p:spPr>
          <a:xfrm>
            <a:off x="2745275" y="5841268"/>
            <a:ext cx="3164745" cy="50405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9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rcc:inverseNonTangencialProperPartOf</a:t>
            </a:r>
            <a:endParaRPr lang="pt-BR" sz="9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9" name="Elipse 48"/>
          <p:cNvSpPr/>
          <p:nvPr/>
        </p:nvSpPr>
        <p:spPr>
          <a:xfrm>
            <a:off x="4279637" y="5129917"/>
            <a:ext cx="2810116" cy="50405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9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rcc:inverseTangencialProperPartOf</a:t>
            </a:r>
            <a:endParaRPr lang="pt-BR" sz="9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50" name="Conector de seta reta 49"/>
          <p:cNvCxnSpPr>
            <a:stCxn id="49" idx="0"/>
            <a:endCxn id="23" idx="5"/>
          </p:cNvCxnSpPr>
          <p:nvPr/>
        </p:nvCxnSpPr>
        <p:spPr>
          <a:xfrm flipH="1" flipV="1">
            <a:off x="4327648" y="3758307"/>
            <a:ext cx="1357047" cy="13716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de seta reta 52"/>
          <p:cNvCxnSpPr>
            <a:stCxn id="48" idx="0"/>
          </p:cNvCxnSpPr>
          <p:nvPr/>
        </p:nvCxnSpPr>
        <p:spPr>
          <a:xfrm flipH="1" flipV="1">
            <a:off x="3824214" y="3827540"/>
            <a:ext cx="503434" cy="20137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em curva 54"/>
          <p:cNvCxnSpPr>
            <a:stCxn id="49" idx="2"/>
            <a:endCxn id="40" idx="5"/>
          </p:cNvCxnSpPr>
          <p:nvPr/>
        </p:nvCxnSpPr>
        <p:spPr>
          <a:xfrm rot="10800000">
            <a:off x="3578379" y="5119379"/>
            <a:ext cx="701259" cy="262566"/>
          </a:xfrm>
          <a:prstGeom prst="curvedConnector2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em curva 56"/>
          <p:cNvCxnSpPr>
            <a:stCxn id="48" idx="3"/>
            <a:endCxn id="41" idx="5"/>
          </p:cNvCxnSpPr>
          <p:nvPr/>
        </p:nvCxnSpPr>
        <p:spPr>
          <a:xfrm rot="5400000" flipH="1">
            <a:off x="2619015" y="5681781"/>
            <a:ext cx="288072" cy="891381"/>
          </a:xfrm>
          <a:prstGeom prst="curvedConnector3">
            <a:avLst>
              <a:gd name="adj1" fmla="val -104980"/>
            </a:avLst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/>
          <p:cNvSpPr/>
          <p:nvPr/>
        </p:nvSpPr>
        <p:spPr>
          <a:xfrm>
            <a:off x="5276316" y="3580096"/>
            <a:ext cx="2020046" cy="50405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9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rcc:disconnectedFrom</a:t>
            </a:r>
            <a:endParaRPr lang="pt-BR" sz="9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Elipse 59"/>
          <p:cNvSpPr/>
          <p:nvPr/>
        </p:nvSpPr>
        <p:spPr>
          <a:xfrm>
            <a:off x="6588224" y="2927656"/>
            <a:ext cx="2492694" cy="50405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9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rcc:externalyConnectedTo</a:t>
            </a:r>
            <a:endParaRPr lang="pt-BR" sz="9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61" name="Conector de seta reta 60"/>
          <p:cNvCxnSpPr>
            <a:stCxn id="60" idx="0"/>
            <a:endCxn id="6" idx="5"/>
          </p:cNvCxnSpPr>
          <p:nvPr/>
        </p:nvCxnSpPr>
        <p:spPr>
          <a:xfrm flipH="1" flipV="1">
            <a:off x="7610189" y="1302955"/>
            <a:ext cx="224382" cy="162470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de seta reta 62"/>
          <p:cNvCxnSpPr>
            <a:stCxn id="60" idx="0"/>
            <a:endCxn id="8" idx="5"/>
          </p:cNvCxnSpPr>
          <p:nvPr/>
        </p:nvCxnSpPr>
        <p:spPr>
          <a:xfrm flipH="1" flipV="1">
            <a:off x="6674085" y="2059039"/>
            <a:ext cx="1160486" cy="86861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Conector de seta reta 1028"/>
          <p:cNvCxnSpPr>
            <a:stCxn id="59" idx="0"/>
            <a:endCxn id="8" idx="4"/>
          </p:cNvCxnSpPr>
          <p:nvPr/>
        </p:nvCxnSpPr>
        <p:spPr>
          <a:xfrm flipH="1" flipV="1">
            <a:off x="6012160" y="2132856"/>
            <a:ext cx="274179" cy="14472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2849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15</Words>
  <Application>Microsoft Office PowerPoint</Application>
  <PresentationFormat>Apresentação na tela (4:3)</PresentationFormat>
  <Paragraphs>15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>Personal Computer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Filipe Santana</dc:creator>
  <cp:lastModifiedBy>Filipe Santana</cp:lastModifiedBy>
  <cp:revision>2</cp:revision>
  <dcterms:created xsi:type="dcterms:W3CDTF">2011-04-28T14:18:38Z</dcterms:created>
  <dcterms:modified xsi:type="dcterms:W3CDTF">2011-04-28T14:33:02Z</dcterms:modified>
</cp:coreProperties>
</file>