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33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04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08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09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6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77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64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83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31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4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77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B2C39-758F-4AE7-8A76-49E661974D45}" type="datetimeFigureOut">
              <a:rPr lang="pt-BR" smtClean="0"/>
              <a:t>03/01/2012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92A81-75CC-4559-B036-15D1E14B53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57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/>
          <p:cNvGrpSpPr/>
          <p:nvPr/>
        </p:nvGrpSpPr>
        <p:grpSpPr>
          <a:xfrm>
            <a:off x="1187624" y="1628800"/>
            <a:ext cx="6768752" cy="3816424"/>
            <a:chOff x="1187624" y="1628800"/>
            <a:chExt cx="6768752" cy="3816424"/>
          </a:xfrm>
        </p:grpSpPr>
        <p:grpSp>
          <p:nvGrpSpPr>
            <p:cNvPr id="6" name="Grupo 5"/>
            <p:cNvGrpSpPr/>
            <p:nvPr/>
          </p:nvGrpSpPr>
          <p:grpSpPr>
            <a:xfrm>
              <a:off x="3635896" y="1628800"/>
              <a:ext cx="1800200" cy="720080"/>
              <a:chOff x="3563888" y="1628800"/>
              <a:chExt cx="1800200" cy="720080"/>
            </a:xfrm>
          </p:grpSpPr>
          <p:sp>
            <p:nvSpPr>
              <p:cNvPr id="4" name="Elipse 3"/>
              <p:cNvSpPr/>
              <p:nvPr/>
            </p:nvSpPr>
            <p:spPr>
              <a:xfrm>
                <a:off x="3563888" y="1628800"/>
                <a:ext cx="1800200" cy="72008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" name="CaixaDeTexto 4"/>
              <p:cNvSpPr txBox="1"/>
              <p:nvPr/>
            </p:nvSpPr>
            <p:spPr>
              <a:xfrm>
                <a:off x="3563888" y="1692097"/>
                <a:ext cx="1800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 smtClean="0">
                    <a:latin typeface="Arial" pitchFamily="34" charset="0"/>
                    <a:cs typeface="Arial" pitchFamily="34" charset="0"/>
                  </a:rPr>
                  <a:t>Ontologia de Topo</a:t>
                </a:r>
                <a:endParaRPr lang="pt-BR" sz="16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" name="Grupo 6"/>
            <p:cNvGrpSpPr/>
            <p:nvPr/>
          </p:nvGrpSpPr>
          <p:grpSpPr>
            <a:xfrm>
              <a:off x="1187624" y="3068960"/>
              <a:ext cx="1800200" cy="720080"/>
              <a:chOff x="3563888" y="1628800"/>
              <a:chExt cx="1800200" cy="720080"/>
            </a:xfrm>
          </p:grpSpPr>
          <p:sp>
            <p:nvSpPr>
              <p:cNvPr id="8" name="Elipse 7"/>
              <p:cNvSpPr/>
              <p:nvPr/>
            </p:nvSpPr>
            <p:spPr>
              <a:xfrm>
                <a:off x="3563888" y="1628800"/>
                <a:ext cx="1800200" cy="72008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" name="CaixaDeTexto 8"/>
              <p:cNvSpPr txBox="1"/>
              <p:nvPr/>
            </p:nvSpPr>
            <p:spPr>
              <a:xfrm>
                <a:off x="3563888" y="1692097"/>
                <a:ext cx="1800200" cy="5847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 smtClean="0">
                    <a:latin typeface="Arial" pitchFamily="34" charset="0"/>
                    <a:cs typeface="Arial" pitchFamily="34" charset="0"/>
                  </a:rPr>
                  <a:t>Ontologia de Domínio</a:t>
                </a:r>
                <a:endParaRPr lang="pt-BR" sz="16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" name="Grupo 9"/>
            <p:cNvGrpSpPr/>
            <p:nvPr/>
          </p:nvGrpSpPr>
          <p:grpSpPr>
            <a:xfrm>
              <a:off x="3635896" y="4725144"/>
              <a:ext cx="1800200" cy="720080"/>
              <a:chOff x="3563888" y="1628800"/>
              <a:chExt cx="1800200" cy="720080"/>
            </a:xfrm>
          </p:grpSpPr>
          <p:sp>
            <p:nvSpPr>
              <p:cNvPr id="11" name="Elipse 10"/>
              <p:cNvSpPr/>
              <p:nvPr/>
            </p:nvSpPr>
            <p:spPr>
              <a:xfrm>
                <a:off x="3563888" y="1628800"/>
                <a:ext cx="1800200" cy="72008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3563888" y="1692097"/>
                <a:ext cx="1800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 smtClean="0">
                    <a:latin typeface="Arial" pitchFamily="34" charset="0"/>
                    <a:cs typeface="Arial" pitchFamily="34" charset="0"/>
                  </a:rPr>
                  <a:t>Ontologia de Aplicação</a:t>
                </a:r>
                <a:endParaRPr lang="pt-BR" sz="16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3" name="Grupo 12"/>
            <p:cNvGrpSpPr/>
            <p:nvPr/>
          </p:nvGrpSpPr>
          <p:grpSpPr>
            <a:xfrm>
              <a:off x="6156176" y="3068960"/>
              <a:ext cx="1800200" cy="720080"/>
              <a:chOff x="3563888" y="1628800"/>
              <a:chExt cx="1800200" cy="720080"/>
            </a:xfrm>
          </p:grpSpPr>
          <p:sp>
            <p:nvSpPr>
              <p:cNvPr id="14" name="Elipse 13"/>
              <p:cNvSpPr/>
              <p:nvPr/>
            </p:nvSpPr>
            <p:spPr>
              <a:xfrm>
                <a:off x="3563888" y="1628800"/>
                <a:ext cx="1800200" cy="72008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CaixaDeTexto 14"/>
              <p:cNvSpPr txBox="1"/>
              <p:nvPr/>
            </p:nvSpPr>
            <p:spPr>
              <a:xfrm>
                <a:off x="3707904" y="1692097"/>
                <a:ext cx="1512168" cy="5847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 smtClean="0">
                    <a:latin typeface="Arial" pitchFamily="34" charset="0"/>
                    <a:cs typeface="Arial" pitchFamily="34" charset="0"/>
                  </a:rPr>
                  <a:t>Ontologia de Tarefa</a:t>
                </a:r>
                <a:endParaRPr lang="pt-BR" sz="16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17" name="Conector de seta reta 16"/>
            <p:cNvCxnSpPr>
              <a:stCxn id="8" idx="0"/>
              <a:endCxn id="4" idx="4"/>
            </p:cNvCxnSpPr>
            <p:nvPr/>
          </p:nvCxnSpPr>
          <p:spPr>
            <a:xfrm flipV="1">
              <a:off x="2087724" y="2348880"/>
              <a:ext cx="2448272" cy="7200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4" idx="0"/>
              <a:endCxn id="4" idx="4"/>
            </p:cNvCxnSpPr>
            <p:nvPr/>
          </p:nvCxnSpPr>
          <p:spPr>
            <a:xfrm flipH="1" flipV="1">
              <a:off x="4535996" y="2348880"/>
              <a:ext cx="2520280" cy="7200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11" idx="0"/>
              <a:endCxn id="8" idx="4"/>
            </p:cNvCxnSpPr>
            <p:nvPr/>
          </p:nvCxnSpPr>
          <p:spPr>
            <a:xfrm flipH="1" flipV="1">
              <a:off x="2087724" y="3789040"/>
              <a:ext cx="2448272" cy="9361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1" idx="0"/>
              <a:endCxn id="14" idx="4"/>
            </p:cNvCxnSpPr>
            <p:nvPr/>
          </p:nvCxnSpPr>
          <p:spPr>
            <a:xfrm flipV="1">
              <a:off x="4535996" y="3789040"/>
              <a:ext cx="2520280" cy="9361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3715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Office PowerPoint</Application>
  <PresentationFormat>Apresentação na tela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Filipe Santana</dc:creator>
  <cp:lastModifiedBy>Filipe Santana</cp:lastModifiedBy>
  <cp:revision>2</cp:revision>
  <dcterms:created xsi:type="dcterms:W3CDTF">2012-01-03T13:07:27Z</dcterms:created>
  <dcterms:modified xsi:type="dcterms:W3CDTF">2012-01-03T13:18:23Z</dcterms:modified>
</cp:coreProperties>
</file>