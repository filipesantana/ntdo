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40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535B9-30FF-4BC8-BD97-1F408CC31131}" type="datetimeFigureOut">
              <a:rPr lang="pt-BR" smtClean="0"/>
              <a:t>10/07/2011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2D9D-5B8D-49F2-B189-797344EDA25D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upo 86"/>
          <p:cNvGrpSpPr/>
          <p:nvPr/>
        </p:nvGrpSpPr>
        <p:grpSpPr>
          <a:xfrm>
            <a:off x="2627784" y="1196752"/>
            <a:ext cx="3744416" cy="2170326"/>
            <a:chOff x="2627784" y="1196752"/>
            <a:chExt cx="3744416" cy="2170326"/>
          </a:xfrm>
        </p:grpSpPr>
        <p:cxnSp>
          <p:nvCxnSpPr>
            <p:cNvPr id="16" name="Conector de seta reta 15"/>
            <p:cNvCxnSpPr>
              <a:stCxn id="25" idx="2"/>
              <a:endCxn id="33" idx="0"/>
            </p:cNvCxnSpPr>
            <p:nvPr/>
          </p:nvCxnSpPr>
          <p:spPr>
            <a:xfrm rot="5400000">
              <a:off x="3820562" y="2281518"/>
              <a:ext cx="566772" cy="86409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25" idx="2"/>
              <a:endCxn id="34" idx="0"/>
            </p:cNvCxnSpPr>
            <p:nvPr/>
          </p:nvCxnSpPr>
          <p:spPr>
            <a:xfrm rot="16200000" flipH="1">
              <a:off x="4720662" y="2245514"/>
              <a:ext cx="566772" cy="9361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CaixaDeTexto 23"/>
            <p:cNvSpPr txBox="1"/>
            <p:nvPr/>
          </p:nvSpPr>
          <p:spPr>
            <a:xfrm>
              <a:off x="3707904" y="1196752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err="1" smtClean="0">
                  <a:latin typeface="Times New Roman" pitchFamily="18" charset="0"/>
                  <a:cs typeface="Times New Roman" pitchFamily="18" charset="0"/>
                </a:rPr>
                <a:t>MaterialEntity</a:t>
              </a:r>
              <a:endParaRPr lang="pt-BR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3707904" y="2060848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Organism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2627784" y="2996952"/>
              <a:ext cx="2088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latin typeface="Times New Roman" pitchFamily="18" charset="0"/>
                  <a:cs typeface="Times New Roman" pitchFamily="18" charset="0"/>
                </a:rPr>
                <a:t>LivingOrganism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CaixaDeTexto 33"/>
            <p:cNvSpPr txBox="1"/>
            <p:nvPr/>
          </p:nvSpPr>
          <p:spPr>
            <a:xfrm>
              <a:off x="4572000" y="2996952"/>
              <a:ext cx="1800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latin typeface="Times New Roman" pitchFamily="18" charset="0"/>
                  <a:cs typeface="Times New Roman" pitchFamily="18" charset="0"/>
                </a:rPr>
                <a:t>DeadOrganism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8" name="Conector em curva 47"/>
            <p:cNvCxnSpPr>
              <a:stCxn id="33" idx="2"/>
              <a:endCxn id="34" idx="2"/>
            </p:cNvCxnSpPr>
            <p:nvPr/>
          </p:nvCxnSpPr>
          <p:spPr>
            <a:xfrm rot="16200000" flipH="1">
              <a:off x="4572000" y="2466184"/>
              <a:ext cx="1588" cy="1800200"/>
            </a:xfrm>
            <a:prstGeom prst="curvedConnector3">
              <a:avLst>
                <a:gd name="adj1" fmla="val 14395466"/>
              </a:avLst>
            </a:prstGeom>
            <a:ln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ector de seta reta 84"/>
            <p:cNvCxnSpPr>
              <a:stCxn id="24" idx="2"/>
              <a:endCxn id="25" idx="0"/>
            </p:cNvCxnSpPr>
            <p:nvPr/>
          </p:nvCxnSpPr>
          <p:spPr>
            <a:xfrm rot="5400000">
              <a:off x="4288614" y="1813466"/>
              <a:ext cx="49476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</Words>
  <Application>Microsoft Office PowerPoint</Application>
  <PresentationFormat>Apresentação na tela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Filipe Santana</dc:creator>
  <cp:lastModifiedBy>Filipe Santana</cp:lastModifiedBy>
  <cp:revision>5</cp:revision>
  <dcterms:created xsi:type="dcterms:W3CDTF">2011-07-10T18:41:14Z</dcterms:created>
  <dcterms:modified xsi:type="dcterms:W3CDTF">2011-07-10T19:22:38Z</dcterms:modified>
</cp:coreProperties>
</file>